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&lt;script type="module"&gt;
    import mermaid from 'https://cdn.jsdelivr.net/npm/mermaid@11/dist/mermaid.esm.min.mjs';
&lt;/script&gt;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Talk and presentation notes
#### Talk title
Rock the docs
#### Short summary
What do a power trio and a docs team have in common? "Rock the Docs" draws parallels between playing music in a band (songwriting, tone, dynamics, and recording) and the craft of technical writing, from stakeholder management to tone of voice and shift-left thinking.
#### Long summary
"Rock the Docs" tells the story of a disco band that shrank from eight members to a power trio. Basically the same as a company reorg with built-in product pivot. Music and technical writing have more in common than meets the eye: music theory maps the territory like information architecture, a metronome enforces discipline like git, and song dynamics prevent the "wall of text" effect of very long, very dense docs.
Guitar tone becomes tone of voice, equalization adjusts it per content type, and effects act as admonitions that highlight key sections.
The band recording is their MVP, scoped and time-boxed, just like any good documentation deliverable.
#### Talk announcement on meetup.com
The discotheque gets disco-technical, as Marco Spinello, technical writer at Booking.com shows us how music theory can be applied to documentation, using examples from both his professional and creative life.
This light-hearted look at technical writing will cover:
- Why Git is like a metronome
- Why managing stakeholders is not unlike managing band members
- Why recording an album is not unlike delivering an MVP
Rock the Docs tells the story of a disco band that shrank from eight members to a power trio. Not unlike a company reorganization with a built-in product pivot. Music and technical writing have more in common than meets the eye; music theory maps the territory like information architecture, a metronome enforces discipline like git, and song dynamics prevent the "wall of text" effect of very long, very dense docs.
Guitar tone becomes tone of voice, equalization adjusts it per content type, and effects act as admonitions that highlight key sections.
The band recording is their MVP, scoped and time-boxed, just like any good documentation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 the docs 🤘</dc:title>
  <dc:subject>PptxGenJS Presentation</dc:subject>
  <dc:creator>Marco Spinello</dc:creator>
  <cp:lastModifiedBy>Marco Spinello</cp:lastModifiedBy>
  <cp:revision>1</cp:revision>
  <dcterms:created xsi:type="dcterms:W3CDTF">2026-05-12T09:45:24Z</dcterms:created>
  <dcterms:modified xsi:type="dcterms:W3CDTF">2026-05-12T09:45:24Z</dcterms:modified>
</cp:coreProperties>
</file>